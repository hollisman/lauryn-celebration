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81" r:id="rId20"/>
    <p:sldId id="282" r:id="rId21"/>
    <p:sldId id="277" r:id="rId22"/>
    <p:sldId id="278" r:id="rId23"/>
    <p:sldId id="283" r:id="rId24"/>
    <p:sldId id="284" r:id="rId25"/>
    <p:sldId id="279" r:id="rId26"/>
    <p:sldId id="285" r:id="rId27"/>
    <p:sldId id="287" r:id="rId28"/>
    <p:sldId id="286" r:id="rId29"/>
    <p:sldId id="291" r:id="rId30"/>
    <p:sldId id="289" r:id="rId31"/>
    <p:sldId id="288" r:id="rId32"/>
    <p:sldId id="292" r:id="rId33"/>
    <p:sldId id="290" r:id="rId34"/>
    <p:sldId id="280" r:id="rId35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52"/>
    <p:restoredTop sz="94684"/>
  </p:normalViewPr>
  <p:slideViewPr>
    <p:cSldViewPr snapToGrid="0" snapToObjects="1">
      <p:cViewPr>
        <p:scale>
          <a:sx n="70" d="100"/>
          <a:sy n="70" d="100"/>
        </p:scale>
        <p:origin x="2080" y="9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7/6/26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7.jpeg"/><Relationship Id="rId4" Type="http://schemas.openxmlformats.org/officeDocument/2006/relationships/image" Target="../media/image26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4.jpeg"/><Relationship Id="rId4" Type="http://schemas.openxmlformats.org/officeDocument/2006/relationships/image" Target="../media/image33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jpeg"/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7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eg"/><Relationship Id="rId2" Type="http://schemas.openxmlformats.org/officeDocument/2006/relationships/image" Target="../media/image41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4.jpeg"/><Relationship Id="rId4" Type="http://schemas.openxmlformats.org/officeDocument/2006/relationships/image" Target="../media/image43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jpeg"/><Relationship Id="rId2" Type="http://schemas.openxmlformats.org/officeDocument/2006/relationships/image" Target="../media/image45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7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jpeg"/><Relationship Id="rId2" Type="http://schemas.openxmlformats.org/officeDocument/2006/relationships/image" Target="../media/image48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1.jpeg"/><Relationship Id="rId4" Type="http://schemas.openxmlformats.org/officeDocument/2006/relationships/image" Target="../media/image5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jpeg"/><Relationship Id="rId2" Type="http://schemas.openxmlformats.org/officeDocument/2006/relationships/image" Target="../media/image5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4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jpeg"/><Relationship Id="rId2" Type="http://schemas.openxmlformats.org/officeDocument/2006/relationships/image" Target="../media/image55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8.jpeg"/><Relationship Id="rId4" Type="http://schemas.openxmlformats.org/officeDocument/2006/relationships/image" Target="../media/image57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jpeg"/><Relationship Id="rId2" Type="http://schemas.openxmlformats.org/officeDocument/2006/relationships/image" Target="../media/image59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1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jpeg"/><Relationship Id="rId2" Type="http://schemas.openxmlformats.org/officeDocument/2006/relationships/image" Target="../media/image6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5.jpeg"/><Relationship Id="rId4" Type="http://schemas.openxmlformats.org/officeDocument/2006/relationships/image" Target="../media/image6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jpeg"/><Relationship Id="rId2" Type="http://schemas.openxmlformats.org/officeDocument/2006/relationships/image" Target="../media/image66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8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jpeg"/><Relationship Id="rId2" Type="http://schemas.openxmlformats.org/officeDocument/2006/relationships/image" Target="../media/image69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2.jpeg"/><Relationship Id="rId4" Type="http://schemas.openxmlformats.org/officeDocument/2006/relationships/image" Target="../media/image71.jpe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4.jpeg"/><Relationship Id="rId2" Type="http://schemas.openxmlformats.org/officeDocument/2006/relationships/image" Target="../media/image73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5.jpe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eg"/><Relationship Id="rId2" Type="http://schemas.openxmlformats.org/officeDocument/2006/relationships/image" Target="../media/image76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9.jpeg"/><Relationship Id="rId4" Type="http://schemas.openxmlformats.org/officeDocument/2006/relationships/image" Target="../media/image78.jpe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jpeg"/><Relationship Id="rId2" Type="http://schemas.openxmlformats.org/officeDocument/2006/relationships/image" Target="../media/image80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2.jpe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4.jpeg"/><Relationship Id="rId2" Type="http://schemas.openxmlformats.org/officeDocument/2006/relationships/image" Target="../media/image8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86.jpeg"/><Relationship Id="rId4" Type="http://schemas.openxmlformats.org/officeDocument/2006/relationships/image" Target="../media/image85.jpe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8.jpeg"/><Relationship Id="rId2" Type="http://schemas.openxmlformats.org/officeDocument/2006/relationships/image" Target="../media/image8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9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1.jpeg"/><Relationship Id="rId2" Type="http://schemas.openxmlformats.org/officeDocument/2006/relationships/image" Target="../media/image90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3.jpeg"/><Relationship Id="rId4" Type="http://schemas.openxmlformats.org/officeDocument/2006/relationships/image" Target="../media/image92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6.jpeg"/><Relationship Id="rId4" Type="http://schemas.openxmlformats.org/officeDocument/2006/relationships/image" Target="../media/image95.jpe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7315200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C9A227"/>
                </a:solidFill>
              </a:rPr>
              <a:t>Lauryn's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103120"/>
            <a:ext cx="7315200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5000" b="1" i="0">
                <a:solidFill>
                  <a:srgbClr val="FFFFFF"/>
                </a:solidFill>
              </a:rPr>
              <a:t>HBCU Celebration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7315200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C9A227"/>
                </a:solidFill>
              </a:rPr>
              <a:t>Prairie View A&amp;M University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749039"/>
            <a:ext cx="7315200" cy="4572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FFFFFF"/>
                </a:solidFill>
              </a:rPr>
              <a:t>A Night to Remember  •  Full Event Keepsake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4343400"/>
            <a:ext cx="7315200" cy="41148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0">
                <a:solidFill>
                  <a:srgbClr val="C9A227"/>
                </a:solidFill>
              </a:rPr>
              <a:t>June 20, 2026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0" y="457200"/>
            <a:ext cx="3474720" cy="5943600"/>
          </a:xfrm>
          <a:prstGeom prst="rect">
            <a:avLst/>
          </a:prstGeom>
          <a:solidFill>
            <a:srgbClr val="3A1A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8229600" y="457200"/>
            <a:ext cx="3474720" cy="5943600"/>
          </a:xfrm>
          <a:prstGeom prst="rect">
            <a:avLst/>
          </a:prstGeom>
          <a:noFill/>
          <a:ln w="25400">
            <a:solidFill>
              <a:srgbClr val="C9A2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8229600" y="2103120"/>
            <a:ext cx="3474720" cy="18288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400" b="0" i="1" dirty="0">
                <a:solidFill>
                  <a:srgbClr val="C9A227"/>
                </a:solidFill>
              </a:rPr>
              <a:t>Add your
featured photo
here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577840"/>
            <a:ext cx="11247120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1" dirty="0">
                <a:solidFill>
                  <a:srgbClr val="C9A227"/>
                </a:solidFill>
              </a:rPr>
              <a:t>PVAMU  •  Class of 20</a:t>
            </a:r>
            <a:r>
              <a:rPr lang="en-US" sz="1000" b="0" i="1" dirty="0">
                <a:solidFill>
                  <a:srgbClr val="C9A227"/>
                </a:solidFill>
              </a:rPr>
              <a:t>30</a:t>
            </a:r>
            <a:endParaRPr sz="1000" b="0" i="1" dirty="0">
              <a:solidFill>
                <a:srgbClr val="C9A227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8675D679-548B-E2D7-5E99-BECF5D47542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229600" y="1990905"/>
            <a:ext cx="3354164" cy="223610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015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4800" b="1" dirty="0">
                <a:solidFill>
                  <a:srgbClr val="FFFFFF"/>
                </a:solidFill>
              </a:rPr>
              <a:t>Getting Ready </a:t>
            </a:r>
            <a:endParaRPr sz="4800" b="1" i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601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</a:rPr>
              <a:t>Family prepares for the big celebration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S1 • 1/3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The setup begins 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Family pulling together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Working Together</a:t>
            </a:r>
            <a:endParaRPr sz="900" b="0" i="1" dirty="0">
              <a:solidFill>
                <a:srgbClr val="C9A2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S1 • 2/3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015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</a:rPr>
              <a:t>The </a:t>
            </a:r>
            <a:r>
              <a:rPr lang="en-US" sz="4800" b="1" dirty="0">
                <a:solidFill>
                  <a:srgbClr val="FFFFFF"/>
                </a:solidFill>
              </a:rPr>
              <a:t>Final Prep</a:t>
            </a:r>
            <a:endParaRPr sz="4800" b="1" i="0" dirty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601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</a:rPr>
              <a:t>Every detail tells a story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S2 • 1/2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PVAMU purple everywhere 💜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S2 • 2/2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Table settings fit for a queen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decorations shine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0152" cy="9144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</a:rPr>
              <a:t>Guests &amp; the Grad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60152" cy="5029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C9A227"/>
                </a:solidFill>
              </a:rPr>
              <a:t>An evening filled with love and celebration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S3 • 1/9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b="0" i="1" dirty="0">
                <a:solidFill>
                  <a:srgbClr val="C9A227"/>
                </a:solidFill>
              </a:rPr>
              <a:t>Welcome, everyone! 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So happy you're here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Cherished family moments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S3 • 2/9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Friends who feel like family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Lauryn glowing all night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Catching up and celebrating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grad and her people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S3 • 3/9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Smiles all around 😊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Photo memories for life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Pure joy in this moment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S3 • 4/9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Sharing the Love!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love in this room 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Golden moments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Together we celebrate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S3 • 5/9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Group shot perfection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Lauryn x her guests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Pose, snap, repeat!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S3 • 6/9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The night is young 🌙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Family first, always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Beautiful inside and out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This is what love looks like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S3 • 7/9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PVAMU proud 💜💛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Surrounded by your village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Every guest a blessing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1731752" y="0"/>
            <a:ext cx="457200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148840"/>
            <a:ext cx="10360152" cy="830997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4800" b="1" i="0" dirty="0">
                <a:solidFill>
                  <a:srgbClr val="FFFFFF"/>
                </a:solidFill>
              </a:rPr>
              <a:t> Memories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54680"/>
            <a:ext cx="10360152" cy="3693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800" b="0" i="1" dirty="0">
                <a:solidFill>
                  <a:srgbClr val="C9A227"/>
                </a:solidFill>
              </a:rPr>
              <a:t>The </a:t>
            </a:r>
            <a:r>
              <a:rPr lang="en-US" i="1" dirty="0">
                <a:solidFill>
                  <a:srgbClr val="C9A227"/>
                </a:solidFill>
              </a:rPr>
              <a:t>Vibe was all Love</a:t>
            </a:r>
            <a:endParaRPr sz="1800" b="0" i="1" dirty="0">
              <a:solidFill>
                <a:srgbClr val="C9A227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1/5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b="0" i="1" dirty="0">
                <a:solidFill>
                  <a:srgbClr val="C9A227"/>
                </a:solidFill>
              </a:rPr>
              <a:t>Conversations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What’s Up1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C9A227"/>
                </a:solidFill>
              </a:rPr>
              <a:t> </a:t>
            </a:r>
            <a:r>
              <a:rPr lang="en-US" sz="900" b="0" i="1" dirty="0">
                <a:solidFill>
                  <a:srgbClr val="C9A227"/>
                </a:solidFill>
              </a:rPr>
              <a:t>Family</a:t>
            </a:r>
            <a:endParaRPr sz="900" b="0" i="1" dirty="0">
              <a:solidFill>
                <a:srgbClr val="C9A22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2/5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Games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Outdoors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Holding Court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Family</a:t>
            </a:r>
            <a:r>
              <a:rPr sz="800" b="0" i="1" dirty="0">
                <a:solidFill>
                  <a:srgbClr val="C9A227"/>
                </a:solidFill>
              </a:rPr>
              <a:t>📸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34081E-F1D3-BCF7-A20E-95CF7F6C3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BA0D4D9-B64B-003E-8C05-03798B4D313E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EE5F24-98E3-5A5D-CA8B-2C823D591A83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2779F69-7419-03E3-9BCA-8665D24E0F43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D3537C-15FB-B029-5F6F-F5EDB202FD4F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1/5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708B20-37FB-EF57-0291-31C6EA02DCC6}"/>
              </a:ext>
            </a:extLst>
          </p:cNvPr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B4C93A2-6A6F-68D2-F335-7B84827C7E0E}"/>
              </a:ext>
            </a:extLst>
          </p:cNvPr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8AB1900-AA2D-8703-3EFF-277F831FF9EC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7686B4FA-A48C-313B-471D-4FC7B5FD0C06}"/>
              </a:ext>
            </a:extLst>
          </p:cNvPr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41401C1-32C2-AB99-D8D5-E00F74668342}"/>
              </a:ext>
            </a:extLst>
          </p:cNvPr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b="0" i="1" dirty="0">
                <a:solidFill>
                  <a:srgbClr val="C9A227"/>
                </a:solidFill>
              </a:rPr>
              <a:t>Always </a:t>
            </a:r>
            <a:r>
              <a:rPr sz="900" b="0" i="1" dirty="0">
                <a:solidFill>
                  <a:srgbClr val="C9A227"/>
                </a:solidFill>
              </a:rPr>
              <a:t>L</a:t>
            </a:r>
            <a:r>
              <a:rPr lang="en-US" sz="900" b="0" i="1" dirty="0">
                <a:solidFill>
                  <a:srgbClr val="C9A227"/>
                </a:solidFill>
              </a:rPr>
              <a:t>ooking  Out for You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BF548A-D955-C14E-8EBB-DDF109FEADC6}"/>
              </a:ext>
            </a:extLst>
          </p:cNvPr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E650555-4BC0-8DB5-B64F-F1DCFA4C438D}"/>
              </a:ext>
            </a:extLst>
          </p:cNvPr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32CC569-E135-1E88-D288-7A140153AC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524E310-0B5C-7206-B3A2-B595718EFF99}"/>
              </a:ext>
            </a:extLst>
          </p:cNvPr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550C980-0305-141A-7050-6A125E962240}"/>
              </a:ext>
            </a:extLst>
          </p:cNvPr>
          <p:cNvSpPr txBox="1"/>
          <p:nvPr/>
        </p:nvSpPr>
        <p:spPr>
          <a:xfrm>
            <a:off x="4576572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C9A227"/>
                </a:solidFill>
              </a:rPr>
              <a:t>S</a:t>
            </a:r>
            <a:r>
              <a:rPr lang="en-US" sz="900" b="0" i="1" dirty="0">
                <a:solidFill>
                  <a:srgbClr val="C9A227"/>
                </a:solidFill>
              </a:rPr>
              <a:t>haring Love and Wisdom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DCD4DC4-54F8-47A7-C212-764279C69969}"/>
              </a:ext>
            </a:extLst>
          </p:cNvPr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286C7CA-A88D-8358-EB16-139CCA20001A}"/>
              </a:ext>
            </a:extLst>
          </p:cNvPr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E6BA3727-E37E-2E2A-4A73-4EBE5CE5D754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BD13A8B-FEB7-C7CB-79BB-AC2C3296EB36}"/>
              </a:ext>
            </a:extLst>
          </p:cNvPr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E28CEE81-271D-1752-D464-915283BACA88}"/>
              </a:ext>
            </a:extLst>
          </p:cNvPr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Big Smiles</a:t>
            </a:r>
            <a:r>
              <a:rPr sz="900" b="0" i="1" dirty="0">
                <a:solidFill>
                  <a:srgbClr val="C9A227"/>
                </a:solidFill>
              </a:rPr>
              <a:t> 🦉</a:t>
            </a:r>
          </a:p>
        </p:txBody>
      </p:sp>
    </p:spTree>
    <p:extLst>
      <p:ext uri="{BB962C8B-B14F-4D97-AF65-F5344CB8AC3E}">
        <p14:creationId xmlns:p14="http://schemas.microsoft.com/office/powerpoint/2010/main" val="39679126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BE5146-431C-7AD0-6798-62F8E3C76C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A71CC12-4418-385C-66BC-51E264D85F6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95524DE-16C0-7D88-409A-3639E8176D7D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64AF79-B64A-5F42-A799-361990789909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571A0E3-D3E7-C973-B458-E9FD438D0722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2/5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25B25A5-8F88-9450-EBD1-C69EBE302492}"/>
              </a:ext>
            </a:extLst>
          </p:cNvPr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3764C82-4B0E-95E2-7555-20A0632960CE}"/>
              </a:ext>
            </a:extLst>
          </p:cNvPr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2AF623-24A9-5292-DA65-E199791AA15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9F9625A-58E6-CB10-9E4F-0587EB3F854E}"/>
              </a:ext>
            </a:extLst>
          </p:cNvPr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C525084-E4B8-76B1-14ED-96CAC28D8CED}"/>
              </a:ext>
            </a:extLst>
          </p:cNvPr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Hook It Up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309FF6E-2AFC-B7F8-87FE-42DA2EF72E83}"/>
              </a:ext>
            </a:extLst>
          </p:cNvPr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B81D27D-F270-FA49-2CF2-BB8DDE7D0271}"/>
              </a:ext>
            </a:extLst>
          </p:cNvPr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70E6C7B-C61D-A9C8-976E-D8128E479563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21F05C0F-3FA6-B3F4-93C8-55E686D24FF0}"/>
              </a:ext>
            </a:extLst>
          </p:cNvPr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9619CFD-FC30-88EF-4A42-1A02C0737B6B}"/>
              </a:ext>
            </a:extLst>
          </p:cNvPr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Playing Games</a:t>
            </a:r>
            <a:r>
              <a:rPr sz="800" b="0" i="1" dirty="0">
                <a:solidFill>
                  <a:srgbClr val="C9A227"/>
                </a:solidFill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47D1C1F-3370-05F6-2BA8-011AC0668D6A}"/>
              </a:ext>
            </a:extLst>
          </p:cNvPr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92C3A0A-DD86-69B6-C2DE-1F0171858798}"/>
              </a:ext>
            </a:extLst>
          </p:cNvPr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011CA9F5-B04F-E1D0-F356-35E969721D96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7238E822-946B-91C7-ACC9-E6C53CA84E0C}"/>
              </a:ext>
            </a:extLst>
          </p:cNvPr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2C6CD05-3739-E692-9B32-7485D60BD824}"/>
              </a:ext>
            </a:extLst>
          </p:cNvPr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b="0" i="1" dirty="0">
                <a:solidFill>
                  <a:srgbClr val="C9A227"/>
                </a:solidFill>
              </a:rPr>
              <a:t>More Joy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A912C8-B62F-8D5E-09D0-DCB718C101E7}"/>
              </a:ext>
            </a:extLst>
          </p:cNvPr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CFC66EB5-88C5-70F4-04C0-4D08415BD147}"/>
              </a:ext>
            </a:extLst>
          </p:cNvPr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B6AFAFD-1806-158F-8D9B-07FA45ED2E68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AB0A97-A09A-1AFA-D243-851B4E834033}"/>
              </a:ext>
            </a:extLst>
          </p:cNvPr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5FB2CB1-97DD-1F2D-4D91-5728329BF012}"/>
              </a:ext>
            </a:extLst>
          </p:cNvPr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We Outside</a:t>
            </a:r>
            <a:r>
              <a:rPr sz="800" b="0" i="1" dirty="0">
                <a:solidFill>
                  <a:srgbClr val="C9A227"/>
                </a:solidFill>
              </a:rPr>
              <a:t>📸</a:t>
            </a:r>
          </a:p>
        </p:txBody>
      </p:sp>
    </p:spTree>
    <p:extLst>
      <p:ext uri="{BB962C8B-B14F-4D97-AF65-F5344CB8AC3E}">
        <p14:creationId xmlns:p14="http://schemas.microsoft.com/office/powerpoint/2010/main" val="261771551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3/5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 dirty="0">
                <a:solidFill>
                  <a:srgbClr val="C9A227"/>
                </a:solidFill>
              </a:rPr>
              <a:t>Memories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G</a:t>
            </a:r>
            <a:r>
              <a:rPr lang="en-US" sz="900" b="0" i="1" dirty="0">
                <a:solidFill>
                  <a:srgbClr val="C9A227"/>
                </a:solidFill>
              </a:rPr>
              <a:t>ood Times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Welcoming Vibe</a:t>
            </a:r>
            <a:endParaRPr sz="900" b="0" i="1" dirty="0">
              <a:solidFill>
                <a:srgbClr val="C9A227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4/5</a:t>
            </a:r>
          </a:p>
        </p:txBody>
      </p:sp>
      <p:sp>
        <p:nvSpPr>
          <p:cNvPr id="6" name="Rectangle 5"/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Enjoying the Family</a:t>
            </a:r>
            <a:r>
              <a:rPr sz="800" b="0" i="1" dirty="0">
                <a:solidFill>
                  <a:srgbClr val="C9A227"/>
                </a:solidFill>
              </a:rPr>
              <a:t> 💛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Hey There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Holding it Down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/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Leave Us Alone</a:t>
            </a:r>
            <a:endParaRPr sz="800" b="0" i="1" dirty="0">
              <a:solidFill>
                <a:srgbClr val="C9A227"/>
              </a:solidFill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4E0F3C-5606-1AA4-7981-4C993490C4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9D91BF8-80BA-C0D7-0B0C-9335F1B88C50}"/>
              </a:ext>
            </a:extLst>
          </p:cNvPr>
          <p:cNvSpPr/>
          <p:nvPr/>
        </p:nvSpPr>
        <p:spPr>
          <a:xfrm>
            <a:off x="0" y="128016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A4817FF-CC45-4F0F-CC15-BF870F37C157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3B441D3-DDB9-F0FB-3937-818F92DF4D13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BA115CF-17EC-F8EA-6B68-E522747D9633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3/5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8C17A57-156D-C818-9E92-8A9C0D6747E6}"/>
              </a:ext>
            </a:extLst>
          </p:cNvPr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6E965E-C728-79FC-B671-BEDD96AF8D7C}"/>
              </a:ext>
            </a:extLst>
          </p:cNvPr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30404DA2-F66B-AD95-83EB-596D833A0CC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0386E16-ED58-8B2C-C0F7-2A299B09D6FC}"/>
              </a:ext>
            </a:extLst>
          </p:cNvPr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27AE613-1D9E-2FF0-2E26-7DAF1969F1F7}"/>
              </a:ext>
            </a:extLst>
          </p:cNvPr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The Gril Master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D6FDA82-02E0-FFCE-9719-C24F79D17052}"/>
              </a:ext>
            </a:extLst>
          </p:cNvPr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476F9E8-EB47-BBAC-A6A3-7B62B04D65DD}"/>
              </a:ext>
            </a:extLst>
          </p:cNvPr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FC37B35-47EA-9707-FA93-18DA0A55AC9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F3791D5-EA6F-21C2-55C1-34A0188411AD}"/>
              </a:ext>
            </a:extLst>
          </p:cNvPr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794C007-5427-311E-CCD2-0C2063D8DCC5}"/>
              </a:ext>
            </a:extLst>
          </p:cNvPr>
          <p:cNvSpPr txBox="1"/>
          <p:nvPr/>
        </p:nvSpPr>
        <p:spPr>
          <a:xfrm>
            <a:off x="4576572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Watch out for the Water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07AB8D7-9A67-0DAF-31F2-4CEC7248C67A}"/>
              </a:ext>
            </a:extLst>
          </p:cNvPr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EBA674-9B50-A827-5FE2-D0B1840068FB}"/>
              </a:ext>
            </a:extLst>
          </p:cNvPr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29F9961E-7858-067D-2B5A-B6381CC524EC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BB50A88-EC97-CA1F-74DF-FBCF8324E65F}"/>
              </a:ext>
            </a:extLst>
          </p:cNvPr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C5FF34E-1230-C4E3-98FE-276ED57442A3}"/>
              </a:ext>
            </a:extLst>
          </p:cNvPr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“My turn one day!”</a:t>
            </a:r>
            <a:endParaRPr sz="900" b="0" i="1" dirty="0">
              <a:solidFill>
                <a:srgbClr val="C9A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13642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AF4014-E1F0-7FC9-3469-197F3F2E6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748CFC-86C9-3932-AB88-BB6497343EAB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38399A0-2BA9-8CD3-3322-1DD17E262160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99E2C4E-37B5-4B3A-6F85-1B757904F2BC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2930DB-1254-7CDF-3D38-5D92061A4203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4/5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A54BF92-C923-9CBD-3DBB-842A338C11DE}"/>
              </a:ext>
            </a:extLst>
          </p:cNvPr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8249992-D136-E957-7DAD-49D5BC6B583D}"/>
              </a:ext>
            </a:extLst>
          </p:cNvPr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87C3105-BF29-DF98-77A9-BFB5D2143A2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947A92D-C173-C881-3161-554DC7909F5B}"/>
              </a:ext>
            </a:extLst>
          </p:cNvPr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BAF905C-0790-59C9-F29F-7E4CDDA705B9}"/>
              </a:ext>
            </a:extLst>
          </p:cNvPr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Competition</a:t>
            </a:r>
            <a:r>
              <a:rPr sz="800" b="0" i="1" dirty="0">
                <a:solidFill>
                  <a:srgbClr val="C9A227"/>
                </a:solidFill>
              </a:rPr>
              <a:t> 💛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615F3A8-1282-875D-735E-0079AA4BE4D7}"/>
              </a:ext>
            </a:extLst>
          </p:cNvPr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8EC2643-7366-9959-A875-6D7B243C0F05}"/>
              </a:ext>
            </a:extLst>
          </p:cNvPr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C60084F6-5303-70AA-6C72-C82A900183B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A8452238-3A86-D2B0-393E-927E5B2ED438}"/>
              </a:ext>
            </a:extLst>
          </p:cNvPr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7B150511-A591-1EBE-A7C6-B9BD0D73E637}"/>
              </a:ext>
            </a:extLst>
          </p:cNvPr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b="0" i="1" dirty="0">
                <a:solidFill>
                  <a:srgbClr val="C9A227"/>
                </a:solidFill>
              </a:rPr>
              <a:t>Brotherly Love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5542475-AA71-0C78-A6AD-6F89237DDBF8}"/>
              </a:ext>
            </a:extLst>
          </p:cNvPr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B30FEA0-C454-DD12-B94C-D5A7A27E58DC}"/>
              </a:ext>
            </a:extLst>
          </p:cNvPr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1FD4348-0C54-5E50-CB3F-9CC0B83922C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0C9ED8C8-A268-3E10-5484-87B6958960E9}"/>
              </a:ext>
            </a:extLst>
          </p:cNvPr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7A27B4D-2D1C-C797-D45F-4B750D47B7C9}"/>
              </a:ext>
            </a:extLst>
          </p:cNvPr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Learning from the Best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64AE4EC-1770-9730-AC0F-CCF62E73D2F5}"/>
              </a:ext>
            </a:extLst>
          </p:cNvPr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3FB3A2E-C842-F3F0-ACFE-4342E63DA6D5}"/>
              </a:ext>
            </a:extLst>
          </p:cNvPr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010B9556-B7C7-55AB-552B-642D73A54BB2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C85C629-1129-08C1-653E-E4A4987DE860}"/>
              </a:ext>
            </a:extLst>
          </p:cNvPr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8C2CAFD-63E9-7C03-2CE1-F5ED73C29804}"/>
              </a:ext>
            </a:extLst>
          </p:cNvPr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Oh No!</a:t>
            </a:r>
            <a:endParaRPr sz="800" b="0" i="1" dirty="0">
              <a:solidFill>
                <a:srgbClr val="C9A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35216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5/5</a:t>
            </a:r>
          </a:p>
        </p:txBody>
      </p:sp>
      <p:sp>
        <p:nvSpPr>
          <p:cNvPr id="6" name="Rectangle 5"/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Reflections</a:t>
            </a:r>
            <a:r>
              <a:rPr sz="900" b="0" i="1" dirty="0">
                <a:solidFill>
                  <a:srgbClr val="C9A227"/>
                </a:solidFill>
              </a:rPr>
              <a:t>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6572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Hey There</a:t>
            </a:r>
            <a:r>
              <a:rPr sz="900" b="0" i="1" dirty="0">
                <a:solidFill>
                  <a:srgbClr val="C9A227"/>
                </a:solidFill>
              </a:rPr>
              <a:t>!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/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/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Poolside</a:t>
            </a:r>
            <a:r>
              <a:rPr sz="900" b="0" i="1" dirty="0">
                <a:solidFill>
                  <a:srgbClr val="C9A227"/>
                </a:solidFill>
              </a:rPr>
              <a:t> 🎓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382F4-24A4-A8AF-1F30-87A8E3B8EF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BFC5D7-F03E-1490-9FAF-FA4CFF384754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2AEDC61-2F57-0C5D-D3B4-A2833F5C6811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46C0896-4268-A681-B202-0F22B32688BE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23AB99-DFD5-101B-676A-853ED7F7DD7C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4/5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6B04C3C-4EE8-8B90-0C01-0DD02C24DD0F}"/>
              </a:ext>
            </a:extLst>
          </p:cNvPr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AC16AF-F4EB-C54C-2082-D76A751F399A}"/>
              </a:ext>
            </a:extLst>
          </p:cNvPr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84E740-4065-7431-56EB-0F665EBD7EE5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364EA20A-DD0D-3041-933C-86BEB9B30DB5}"/>
              </a:ext>
            </a:extLst>
          </p:cNvPr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F4FA3C3-A037-2EDF-4F16-F0D070898A36}"/>
              </a:ext>
            </a:extLst>
          </p:cNvPr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“What happened Was…” </a:t>
            </a:r>
            <a:r>
              <a:rPr sz="800" b="0" i="1" dirty="0">
                <a:solidFill>
                  <a:srgbClr val="C9A227"/>
                </a:solidFill>
              </a:rPr>
              <a:t>💛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0B7DB04-DB35-504B-C81A-E0252FE00085}"/>
              </a:ext>
            </a:extLst>
          </p:cNvPr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9C972F1A-15CD-80C7-EB54-39D89934DDE2}"/>
              </a:ext>
            </a:extLst>
          </p:cNvPr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8014B82E-C1E0-A89E-AA94-0F4ADC118A8B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9DF4A527-F2BB-3C6A-B959-7572D482CBF5}"/>
              </a:ext>
            </a:extLst>
          </p:cNvPr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C6D534A5-4628-0C95-E94C-B00240664A1F}"/>
              </a:ext>
            </a:extLst>
          </p:cNvPr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Strategy!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8D439F-8B29-C75D-CA87-2BA905CD8878}"/>
              </a:ext>
            </a:extLst>
          </p:cNvPr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F08546-EA37-3FC0-ECBA-18DD8CC4EE62}"/>
              </a:ext>
            </a:extLst>
          </p:cNvPr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92033559-BE29-A098-1FBF-F667FD6C976D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6B644F1C-B7E9-93ED-8AE1-344BCFD1666E}"/>
              </a:ext>
            </a:extLst>
          </p:cNvPr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B7655C-3144-358D-F913-9F12943BDF41}"/>
              </a:ext>
            </a:extLst>
          </p:cNvPr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Joy of Laughter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7651CCAC-D5A1-48C1-E472-E8AF240EEA64}"/>
              </a:ext>
            </a:extLst>
          </p:cNvPr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4FEBAE3A-2493-ABCE-0716-C54380F1A794}"/>
              </a:ext>
            </a:extLst>
          </p:cNvPr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1A8DDF77-EAE5-F45D-4401-34C8BE3DB34B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846248D9-4DC1-F6CB-31AB-FAEEA6329E0B}"/>
              </a:ext>
            </a:extLst>
          </p:cNvPr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0D6C94B-65D5-AD61-627D-7FDD21C69F83}"/>
              </a:ext>
            </a:extLst>
          </p:cNvPr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Watchful Eye</a:t>
            </a:r>
            <a:endParaRPr sz="800" b="0" i="1" dirty="0">
              <a:solidFill>
                <a:srgbClr val="C9A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628691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12E15D-FE0E-CBC3-08EC-0012EF1FFA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F0AF9F7-CE7A-A86D-D70D-718BC1821298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85E8B40-E100-7A93-1659-CFB1A3701C4E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41551E81-3100-EA21-3D6E-FD43EE9D5475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F8EF40E-EB4A-13E9-3D11-37C56AC46811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5/5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4703920-99A0-4F08-6D6B-BFBE86A3FF05}"/>
              </a:ext>
            </a:extLst>
          </p:cNvPr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81B11FC-21E7-1F50-4DCD-10EB5FC99FE8}"/>
              </a:ext>
            </a:extLst>
          </p:cNvPr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6F631CE-0432-3818-5B27-CA92287245FF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A7F6494-2FA7-E62B-A797-4325DAC4F2B8}"/>
              </a:ext>
            </a:extLst>
          </p:cNvPr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797D677-15FF-F5EC-CD48-6181F07B257E}"/>
              </a:ext>
            </a:extLst>
          </p:cNvPr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b="0" i="1" dirty="0">
                <a:solidFill>
                  <a:srgbClr val="C9A227"/>
                </a:solidFill>
              </a:rPr>
              <a:t>Happiness Everywhere</a:t>
            </a:r>
            <a:r>
              <a:rPr sz="900" b="0" i="1" dirty="0">
                <a:solidFill>
                  <a:srgbClr val="C9A227"/>
                </a:solidFill>
              </a:rPr>
              <a:t> 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6323609-88C7-0838-1E02-26B488C35460}"/>
              </a:ext>
            </a:extLst>
          </p:cNvPr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D4CD654-0000-E781-531D-D4C0FB7DA050}"/>
              </a:ext>
            </a:extLst>
          </p:cNvPr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EABD869C-8BED-C91A-441E-B45D3A58AB4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49DF7433-F664-0F99-0726-AC4884D94E17}"/>
              </a:ext>
            </a:extLst>
          </p:cNvPr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DA55051-9330-1542-D909-5C900B6B9E0F}"/>
              </a:ext>
            </a:extLst>
          </p:cNvPr>
          <p:cNvSpPr txBox="1"/>
          <p:nvPr/>
        </p:nvSpPr>
        <p:spPr>
          <a:xfrm>
            <a:off x="4576572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b="0" i="1" dirty="0">
                <a:solidFill>
                  <a:srgbClr val="C9A227"/>
                </a:solidFill>
              </a:rPr>
              <a:t>Sharing with Family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FFCDCE44-68B1-3184-4FEE-7F5E6CE7A70A}"/>
              </a:ext>
            </a:extLst>
          </p:cNvPr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1E7C9EA-5663-58A2-8EEB-CF4808786A07}"/>
              </a:ext>
            </a:extLst>
          </p:cNvPr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FA02BDA-1DD4-1381-035F-0FAF7E67AF47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D34B8BB-9B6F-22C1-F3B9-E1FC957169BA}"/>
              </a:ext>
            </a:extLst>
          </p:cNvPr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30247B6C-B6A1-5A37-E82A-944E2DD01FB5}"/>
              </a:ext>
            </a:extLst>
          </p:cNvPr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What a Great Night</a:t>
            </a:r>
            <a:r>
              <a:rPr sz="900" b="0" i="1" dirty="0">
                <a:solidFill>
                  <a:srgbClr val="C9A227"/>
                </a:solidFill>
              </a:rPr>
              <a:t>🎓</a:t>
            </a:r>
          </a:p>
        </p:txBody>
      </p:sp>
    </p:spTree>
    <p:extLst>
      <p:ext uri="{BB962C8B-B14F-4D97-AF65-F5344CB8AC3E}">
        <p14:creationId xmlns:p14="http://schemas.microsoft.com/office/powerpoint/2010/main" val="34059927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024029E-452F-F562-49C8-392642BA62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C972047-7740-4BBC-C0E1-4C9568D6450D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8A77FBC8-3C97-DBE8-5194-3D13CBB3C609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B65248D-1B8B-B8B0-A49D-7016CD280FCF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9CE7C4E-EE57-2AB1-5FD7-864468935080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4/5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5601860-DF2E-28DE-0BFD-E6A91EB949B6}"/>
              </a:ext>
            </a:extLst>
          </p:cNvPr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036EA95-8802-FA50-F22E-1611627F738F}"/>
              </a:ext>
            </a:extLst>
          </p:cNvPr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10BE4FD-0D50-6CEA-E8EE-9335E2A6477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E781F65-3086-D313-8136-156BAE26FDB0}"/>
              </a:ext>
            </a:extLst>
          </p:cNvPr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1467D89-E284-11E9-8943-6679D8852FD1}"/>
              </a:ext>
            </a:extLst>
          </p:cNvPr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W</a:t>
            </a:r>
            <a:r>
              <a:rPr lang="en-US" sz="800" b="0" i="1" dirty="0">
                <a:solidFill>
                  <a:srgbClr val="C9A227"/>
                </a:solidFill>
              </a:rPr>
              <a:t>hat’s She Saying?</a:t>
            </a:r>
            <a:r>
              <a:rPr sz="800" b="0" i="1" dirty="0">
                <a:solidFill>
                  <a:srgbClr val="C9A227"/>
                </a:solidFill>
              </a:rPr>
              <a:t> 💛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BC675FF-AE48-D333-C357-E76E1CA5C965}"/>
              </a:ext>
            </a:extLst>
          </p:cNvPr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279867F-08C5-C252-7ABC-26C2303FC736}"/>
              </a:ext>
            </a:extLst>
          </p:cNvPr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EA82F82-2DD6-43CB-30C1-BD9CFDB63BE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D6E12DF-338B-F205-A69E-B9E9E74956D6}"/>
              </a:ext>
            </a:extLst>
          </p:cNvPr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B1E0381-A119-35D3-585A-642CA530111F}"/>
              </a:ext>
            </a:extLst>
          </p:cNvPr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 dirty="0">
                <a:solidFill>
                  <a:srgbClr val="C9A227"/>
                </a:solidFill>
              </a:rPr>
              <a:t>L</a:t>
            </a:r>
            <a:r>
              <a:rPr lang="en-US" sz="800" b="0" i="1" dirty="0">
                <a:solidFill>
                  <a:srgbClr val="C9A227"/>
                </a:solidFill>
              </a:rPr>
              <a:t>et Me Explain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41F2116-CEC0-ADAC-E772-FEBD96CCA59C}"/>
              </a:ext>
            </a:extLst>
          </p:cNvPr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AC1860-ACB5-98B1-9332-D393FF41A25F}"/>
              </a:ext>
            </a:extLst>
          </p:cNvPr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A41EA36-AC63-16CB-7310-5C9AD30B55D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CED7A161-5BF8-ABF6-189D-72D63AB4381B}"/>
              </a:ext>
            </a:extLst>
          </p:cNvPr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AB97C2D-CDE0-B607-0A45-A71B2FD2AB05}"/>
              </a:ext>
            </a:extLst>
          </p:cNvPr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b="0" i="1" dirty="0">
                <a:solidFill>
                  <a:srgbClr val="C9A227"/>
                </a:solidFill>
              </a:rPr>
              <a:t>Taking a Dip 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C44BEAB-E8A5-0D4F-600F-94E36EEC49EE}"/>
              </a:ext>
            </a:extLst>
          </p:cNvPr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B5C982BC-D402-9331-A04F-934245C9C2FA}"/>
              </a:ext>
            </a:extLst>
          </p:cNvPr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4779DB7-A019-6D00-5392-C44C2CB26387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7684C7AB-CD3E-8858-4513-245E89036679}"/>
              </a:ext>
            </a:extLst>
          </p:cNvPr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84D6476-4633-EDA6-FFA5-1A37A4A072E7}"/>
              </a:ext>
            </a:extLst>
          </p:cNvPr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W</a:t>
            </a:r>
            <a:r>
              <a:rPr lang="en-US" sz="800" b="0" i="1" dirty="0">
                <a:solidFill>
                  <a:srgbClr val="C9A227"/>
                </a:solidFill>
              </a:rPr>
              <a:t>elcome to the Party!</a:t>
            </a:r>
            <a:endParaRPr sz="800" b="0" i="1" dirty="0">
              <a:solidFill>
                <a:srgbClr val="C9A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54328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E27C75-BAA0-D22C-B162-93E2651B1A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7B89941E-D75D-398C-BA38-DDE8AC8400EC}"/>
              </a:ext>
            </a:extLst>
          </p:cNvPr>
          <p:cNvSpPr/>
          <p:nvPr/>
        </p:nvSpPr>
        <p:spPr>
          <a:xfrm>
            <a:off x="0" y="278892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3139B73-8EF5-0C7C-FBCC-29F83E8291B5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56A1A21-D173-FC08-1839-691F69DE830F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4AEC7-ACAE-9FF8-887A-4E79BA1B66CC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5/5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0421E01-666A-A590-8ED5-D1871C2E527B}"/>
              </a:ext>
            </a:extLst>
          </p:cNvPr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1E40D42C-9826-991A-DB67-112537C386B2}"/>
              </a:ext>
            </a:extLst>
          </p:cNvPr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7311D1B-AEAE-2BF6-A2A8-FDBEC231E954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98815E97-90C9-E536-D335-34FEEB729D14}"/>
              </a:ext>
            </a:extLst>
          </p:cNvPr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FA0860F7-BF61-EC88-BD11-72F1A00479E5}"/>
              </a:ext>
            </a:extLst>
          </p:cNvPr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C</a:t>
            </a:r>
            <a:r>
              <a:rPr lang="en-US" sz="900" b="0" i="1" dirty="0">
                <a:solidFill>
                  <a:srgbClr val="C9A227"/>
                </a:solidFill>
              </a:rPr>
              <a:t>atching Up</a:t>
            </a:r>
            <a:r>
              <a:rPr sz="900" b="0" i="1" dirty="0">
                <a:solidFill>
                  <a:srgbClr val="C9A227"/>
                </a:solidFill>
              </a:rPr>
              <a:t> 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83110EC-6999-0204-C526-C64E73D2864F}"/>
              </a:ext>
            </a:extLst>
          </p:cNvPr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57786D6-5028-071C-6EAE-C543175C88D2}"/>
              </a:ext>
            </a:extLst>
          </p:cNvPr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A00E528-29F4-EA7B-A11F-B110C31FF810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F68D6016-6B52-3645-A499-6F65C5CC390C}"/>
              </a:ext>
            </a:extLst>
          </p:cNvPr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46C38B4-0769-D8D1-B068-9B11903B804D}"/>
              </a:ext>
            </a:extLst>
          </p:cNvPr>
          <p:cNvSpPr txBox="1"/>
          <p:nvPr/>
        </p:nvSpPr>
        <p:spPr>
          <a:xfrm>
            <a:off x="4576572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P</a:t>
            </a:r>
            <a:r>
              <a:rPr lang="en-US" sz="900" b="0" i="1" dirty="0">
                <a:solidFill>
                  <a:srgbClr val="C9A227"/>
                </a:solidFill>
              </a:rPr>
              <a:t>eaceful Vibes</a:t>
            </a:r>
            <a:endParaRPr sz="9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EB98224-E4F1-3A51-C206-0839FC19AD09}"/>
              </a:ext>
            </a:extLst>
          </p:cNvPr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9B15F8A-83C0-552E-E3B5-E81B116FED65}"/>
              </a:ext>
            </a:extLst>
          </p:cNvPr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1AB9DCF7-5431-78AE-6EDA-A7C449C77689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A9F62DB6-8385-1CEE-1ACD-2B05A0F4BA80}"/>
              </a:ext>
            </a:extLst>
          </p:cNvPr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FCBEE2-5751-9192-3FB5-E34C08D7E9BC}"/>
              </a:ext>
            </a:extLst>
          </p:cNvPr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H</a:t>
            </a:r>
            <a:r>
              <a:rPr lang="en-US" sz="900" b="0" i="1" dirty="0">
                <a:solidFill>
                  <a:srgbClr val="C9A227"/>
                </a:solidFill>
              </a:rPr>
              <a:t>ey There</a:t>
            </a:r>
            <a:r>
              <a:rPr sz="900" b="0" i="1" dirty="0">
                <a:solidFill>
                  <a:srgbClr val="C9A227"/>
                </a:solidFill>
              </a:rPr>
              <a:t> 🎓</a:t>
            </a:r>
          </a:p>
        </p:txBody>
      </p:sp>
    </p:spTree>
    <p:extLst>
      <p:ext uri="{BB962C8B-B14F-4D97-AF65-F5344CB8AC3E}">
        <p14:creationId xmlns:p14="http://schemas.microsoft.com/office/powerpoint/2010/main" val="3974040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5CC7C7-5C66-D415-08DC-4DA0ACBF77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8A1E5B-862D-D416-4F28-398EDC0E43F0}"/>
              </a:ext>
            </a:extLst>
          </p:cNvPr>
          <p:cNvSpPr/>
          <p:nvPr/>
        </p:nvSpPr>
        <p:spPr>
          <a:xfrm>
            <a:off x="0" y="311727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6CC22F9-86F0-BB75-A260-B035BA702B52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B7A68-4F4A-4DCB-9BD3-D01169D1A2BC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0927EFF-949C-5536-8FD1-83BCA922CAD3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4/5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FBDE05-A01C-7A2B-8947-1B4C01FF9ABD}"/>
              </a:ext>
            </a:extLst>
          </p:cNvPr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FA2F8C5-6546-28E7-D034-6698924243EE}"/>
              </a:ext>
            </a:extLst>
          </p:cNvPr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62A2609-F8E2-5C73-6D7D-843FD74062FA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8CB65ECA-1427-C5D3-B69B-5D762C9278E0}"/>
              </a:ext>
            </a:extLst>
          </p:cNvPr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99A59D0-66A8-DD18-BBF2-2901DA90630D}"/>
              </a:ext>
            </a:extLst>
          </p:cNvPr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E</a:t>
            </a:r>
            <a:r>
              <a:rPr lang="en-US" sz="800" b="0" i="1" dirty="0">
                <a:solidFill>
                  <a:srgbClr val="C9A227"/>
                </a:solidFill>
              </a:rPr>
              <a:t>veryone  Enjoy</a:t>
            </a:r>
            <a:r>
              <a:rPr sz="800" b="0" i="1" dirty="0">
                <a:solidFill>
                  <a:srgbClr val="C9A227"/>
                </a:solidFill>
              </a:rPr>
              <a:t>💛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187F415-55EB-CC95-95AC-EDD25DBF908E}"/>
              </a:ext>
            </a:extLst>
          </p:cNvPr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8CE291C-418D-D47E-BE45-16585A49A4E5}"/>
              </a:ext>
            </a:extLst>
          </p:cNvPr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3412589-9398-1967-BA1F-7FE20B030C2E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3E7FCA95-8451-C3A7-4803-3D4B2EA43123}"/>
              </a:ext>
            </a:extLst>
          </p:cNvPr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395701F0-3747-7B49-2C9E-FFCEC66576E6}"/>
              </a:ext>
            </a:extLst>
          </p:cNvPr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G</a:t>
            </a:r>
            <a:r>
              <a:rPr lang="en-US" sz="800" b="0" i="1" dirty="0">
                <a:solidFill>
                  <a:srgbClr val="C9A227"/>
                </a:solidFill>
              </a:rPr>
              <a:t>ood Times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ADA8127-D91D-2B95-B136-84BFB2AB9C4F}"/>
              </a:ext>
            </a:extLst>
          </p:cNvPr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7109C2E-DADF-28CA-033D-DE964700BDE0}"/>
              </a:ext>
            </a:extLst>
          </p:cNvPr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7AAE9D48-2BEF-DA8F-48E2-272A8F24305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F84A9AE9-4CFF-C6CB-E567-AAF5BFD5A386}"/>
              </a:ext>
            </a:extLst>
          </p:cNvPr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1ECA955-A10F-1E2C-A8A7-4FF7AF775E35}"/>
              </a:ext>
            </a:extLst>
          </p:cNvPr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C</a:t>
            </a:r>
            <a:r>
              <a:rPr lang="en-US" sz="800" b="0" i="1" dirty="0">
                <a:solidFill>
                  <a:srgbClr val="C9A227"/>
                </a:solidFill>
              </a:rPr>
              <a:t>ooling Off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B8E800EF-3B37-B42B-0FAB-9E0F025AA1FE}"/>
              </a:ext>
            </a:extLst>
          </p:cNvPr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5CF6088A-B020-AD4A-0318-3F752B7CE63A}"/>
              </a:ext>
            </a:extLst>
          </p:cNvPr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8F132F49-5AE7-6CB2-563F-4B322AFC5B2F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1E92AEB3-F52B-3C65-9F4D-8ACEB4BA4FC7}"/>
              </a:ext>
            </a:extLst>
          </p:cNvPr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B273D7CA-9C59-890A-C1A0-2C0710DBA715}"/>
              </a:ext>
            </a:extLst>
          </p:cNvPr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S</a:t>
            </a:r>
            <a:r>
              <a:rPr lang="en-US" sz="800" b="0" i="1" dirty="0">
                <a:solidFill>
                  <a:srgbClr val="C9A227"/>
                </a:solidFill>
              </a:rPr>
              <a:t>haring our Joy</a:t>
            </a:r>
            <a:endParaRPr sz="800" b="0" i="1" dirty="0">
              <a:solidFill>
                <a:srgbClr val="C9A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352990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384F11-95DB-8C90-6898-1CFC640553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111B8B8-BD21-476C-3F6F-3EBE4A0EF259}"/>
              </a:ext>
            </a:extLst>
          </p:cNvPr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5720E1F-7D3E-B432-1C40-41FF61E83C28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67A8274-826A-6ED7-A523-9D0849075CC3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5EE9D65-CE68-CB2A-4CF9-42121D4BDB9D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5/5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4D404C-06CA-015A-3B86-63FE7F068A2D}"/>
              </a:ext>
            </a:extLst>
          </p:cNvPr>
          <p:cNvSpPr/>
          <p:nvPr/>
        </p:nvSpPr>
        <p:spPr>
          <a:xfrm>
            <a:off x="233172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CF862E3-C165-46C4-C739-9673956C436D}"/>
              </a:ext>
            </a:extLst>
          </p:cNvPr>
          <p:cNvSpPr/>
          <p:nvPr/>
        </p:nvSpPr>
        <p:spPr>
          <a:xfrm>
            <a:off x="288036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BBAA2D0-25D4-D349-4B07-9118A801EB1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20040" y="2284476"/>
            <a:ext cx="2926080" cy="195072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29FF644B-8C87-A98D-7BB7-49260D93B28D}"/>
              </a:ext>
            </a:extLst>
          </p:cNvPr>
          <p:cNvSpPr/>
          <p:nvPr/>
        </p:nvSpPr>
        <p:spPr>
          <a:xfrm>
            <a:off x="265176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A5AD3FC-471F-FEA8-AFB0-5B54B87938CF}"/>
              </a:ext>
            </a:extLst>
          </p:cNvPr>
          <p:cNvSpPr txBox="1"/>
          <p:nvPr/>
        </p:nvSpPr>
        <p:spPr>
          <a:xfrm>
            <a:off x="265176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i="1" dirty="0">
                <a:solidFill>
                  <a:srgbClr val="C9A227"/>
                </a:solidFill>
              </a:rPr>
              <a:t>Joyful</a:t>
            </a:r>
            <a:r>
              <a:rPr sz="900" b="0" i="1" dirty="0">
                <a:solidFill>
                  <a:srgbClr val="C9A227"/>
                </a:solidFill>
              </a:rPr>
              <a:t> ✨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EBB215B-F206-ECFB-DBA2-3933A0AF3C46}"/>
              </a:ext>
            </a:extLst>
          </p:cNvPr>
          <p:cNvSpPr/>
          <p:nvPr/>
        </p:nvSpPr>
        <p:spPr>
          <a:xfrm>
            <a:off x="4544568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137D7F7-458D-C883-3E5E-87B465D8FC74}"/>
              </a:ext>
            </a:extLst>
          </p:cNvPr>
          <p:cNvSpPr/>
          <p:nvPr/>
        </p:nvSpPr>
        <p:spPr>
          <a:xfrm>
            <a:off x="4599432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65B3D76-B649-DA0D-EFB3-8989ED83C944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4631436" y="2284476"/>
            <a:ext cx="2926080" cy="195072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561A15C-8715-AC90-AA59-562CC2298A30}"/>
              </a:ext>
            </a:extLst>
          </p:cNvPr>
          <p:cNvSpPr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2D91830-8A6A-C4D1-7C37-22DB59B7EA37}"/>
              </a:ext>
            </a:extLst>
          </p:cNvPr>
          <p:cNvSpPr txBox="1"/>
          <p:nvPr/>
        </p:nvSpPr>
        <p:spPr>
          <a:xfrm>
            <a:off x="4576572" y="5274564"/>
            <a:ext cx="3035808" cy="27432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C9A227"/>
                </a:solidFill>
              </a:rPr>
              <a:t>Best night ever!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08FD979-5002-D6BE-34B5-2A7FAB880859}"/>
              </a:ext>
            </a:extLst>
          </p:cNvPr>
          <p:cNvSpPr/>
          <p:nvPr/>
        </p:nvSpPr>
        <p:spPr>
          <a:xfrm>
            <a:off x="8855964" y="1222248"/>
            <a:ext cx="3099816" cy="407517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AEDFBD4-241E-34DE-F11C-0A7B4CDD9EB2}"/>
              </a:ext>
            </a:extLst>
          </p:cNvPr>
          <p:cNvSpPr/>
          <p:nvPr/>
        </p:nvSpPr>
        <p:spPr>
          <a:xfrm>
            <a:off x="8910828" y="1277112"/>
            <a:ext cx="2990088" cy="396544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0BFEDDA-F986-5193-8F08-0088A982C641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942832" y="2284476"/>
            <a:ext cx="2926080" cy="195072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9DDF438B-852F-662E-7AB1-7843BCE663CF}"/>
              </a:ext>
            </a:extLst>
          </p:cNvPr>
          <p:cNvSpPr/>
          <p:nvPr/>
        </p:nvSpPr>
        <p:spPr>
          <a:xfrm>
            <a:off x="8887968" y="5274564"/>
            <a:ext cx="3035808" cy="27432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4166598-4C72-7775-5314-B9E9DE62727A}"/>
              </a:ext>
            </a:extLst>
          </p:cNvPr>
          <p:cNvSpPr txBox="1"/>
          <p:nvPr/>
        </p:nvSpPr>
        <p:spPr>
          <a:xfrm>
            <a:off x="8887968" y="5274564"/>
            <a:ext cx="3035808" cy="2308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900" b="0" i="1" dirty="0">
                <a:solidFill>
                  <a:srgbClr val="C9A227"/>
                </a:solidFill>
              </a:rPr>
              <a:t>Celebrating Family</a:t>
            </a:r>
            <a:r>
              <a:rPr sz="900" b="0" i="1" dirty="0">
                <a:solidFill>
                  <a:srgbClr val="C9A227"/>
                </a:solidFill>
              </a:rPr>
              <a:t>🎓</a:t>
            </a:r>
          </a:p>
        </p:txBody>
      </p:sp>
    </p:spTree>
    <p:extLst>
      <p:ext uri="{BB962C8B-B14F-4D97-AF65-F5344CB8AC3E}">
        <p14:creationId xmlns:p14="http://schemas.microsoft.com/office/powerpoint/2010/main" val="4780923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4905E-1957-6AD4-1578-2B9D6104D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A0E28AC-0632-3DF2-5CCB-4CE40007626A}"/>
              </a:ext>
            </a:extLst>
          </p:cNvPr>
          <p:cNvSpPr/>
          <p:nvPr/>
        </p:nvSpPr>
        <p:spPr>
          <a:xfrm>
            <a:off x="-323088" y="278892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1144613-4424-3778-A726-C580E702B56A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29E2D3-7B51-FE20-66E4-255A12D58A8A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E76B587-A19F-E01E-2DC8-212323BF5443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4/5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9264FF-872E-0890-4FED-66B6DD2AE128}"/>
              </a:ext>
            </a:extLst>
          </p:cNvPr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2876CDF-4FAE-A18F-ACB2-25A4049F90E4}"/>
              </a:ext>
            </a:extLst>
          </p:cNvPr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B698A2C-8E08-BBE1-E9F7-8C494BC2817E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A8AE5D7F-C1F2-4641-BFEC-65E771B7C86C}"/>
              </a:ext>
            </a:extLst>
          </p:cNvPr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3C0655-CEFA-3494-B01C-BA86C241EFC9}"/>
              </a:ext>
            </a:extLst>
          </p:cNvPr>
          <p:cNvSpPr txBox="1"/>
          <p:nvPr/>
        </p:nvSpPr>
        <p:spPr>
          <a:xfrm>
            <a:off x="219456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Represent PVMU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A2B5990-626B-D515-CB35-41EFA64DAEA0}"/>
              </a:ext>
            </a:extLst>
          </p:cNvPr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DAF6D8F4-00D6-E166-7347-E2BA36E1576F}"/>
              </a:ext>
            </a:extLst>
          </p:cNvPr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9B99A54-69A1-3BCB-A4E6-15708E26586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D7E71718-8636-005E-20DD-944AE08DB256}"/>
              </a:ext>
            </a:extLst>
          </p:cNvPr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1429CBC-6D37-E473-29C9-4DEA2683ECB8}"/>
              </a:ext>
            </a:extLst>
          </p:cNvPr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More Smiles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38E4563-EFB2-9442-A957-5FDFEA1D402F}"/>
              </a:ext>
            </a:extLst>
          </p:cNvPr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30D2FB9-7B37-7444-5392-D54985B08CAA}"/>
              </a:ext>
            </a:extLst>
          </p:cNvPr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D71E4FD9-5512-E4B0-3183-CB407068FC25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EE8712A2-1544-A7FC-5266-3B63DCA66311}"/>
              </a:ext>
            </a:extLst>
          </p:cNvPr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CAB1C64-283C-854D-63E5-1679646B7D0F}"/>
              </a:ext>
            </a:extLst>
          </p:cNvPr>
          <p:cNvSpPr txBox="1"/>
          <p:nvPr/>
        </p:nvSpPr>
        <p:spPr>
          <a:xfrm>
            <a:off x="6394704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Outdoor Fun!</a:t>
            </a:r>
            <a:endParaRPr sz="800" b="0" i="1" dirty="0">
              <a:solidFill>
                <a:srgbClr val="C9A227"/>
              </a:solidFill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1ABC289-F32D-B92E-EC9A-ABC23D4F8B73}"/>
              </a:ext>
            </a:extLst>
          </p:cNvPr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7340ECA-871F-8A9E-04FB-38CFE977D941}"/>
              </a:ext>
            </a:extLst>
          </p:cNvPr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40DF85E1-2F56-563C-EBB8-9270ED335CC3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9A5B3F13-AE75-D643-F5FF-8E982760F067}"/>
              </a:ext>
            </a:extLst>
          </p:cNvPr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30AF62A-487E-E677-FCC9-5C9EDD65D26E}"/>
              </a:ext>
            </a:extLst>
          </p:cNvPr>
          <p:cNvSpPr txBox="1"/>
          <p:nvPr/>
        </p:nvSpPr>
        <p:spPr>
          <a:xfrm>
            <a:off x="9482328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lang="en-US" sz="800" i="1" dirty="0">
                <a:solidFill>
                  <a:srgbClr val="C9A227"/>
                </a:solidFill>
              </a:rPr>
              <a:t>S</a:t>
            </a:r>
            <a:r>
              <a:rPr lang="en-US" sz="800" b="0" i="1" dirty="0">
                <a:solidFill>
                  <a:srgbClr val="C9A227"/>
                </a:solidFill>
              </a:rPr>
              <a:t>haring with Friends</a:t>
            </a:r>
            <a:endParaRPr sz="800" b="0" i="1" dirty="0">
              <a:solidFill>
                <a:srgbClr val="C9A22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0328226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0E51DA-303C-5F54-ECA5-CA939750F9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3A7CD30-5F27-D31A-9925-F6998603AFF9}"/>
              </a:ext>
            </a:extLst>
          </p:cNvPr>
          <p:cNvSpPr/>
          <p:nvPr/>
        </p:nvSpPr>
        <p:spPr>
          <a:xfrm>
            <a:off x="0" y="304800"/>
            <a:ext cx="12188952" cy="6858000"/>
          </a:xfrm>
          <a:prstGeom prst="rect">
            <a:avLst/>
          </a:prstGeom>
          <a:solidFill>
            <a:srgbClr val="2A10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35C6E2-88CE-6C30-E709-10F63D208D03}"/>
              </a:ext>
            </a:extLst>
          </p:cNvPr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35C521B-741D-7E88-A5E4-7D4F59AF06AF}"/>
              </a:ext>
            </a:extLst>
          </p:cNvPr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AC6D79-CEC7-8DA3-CCCD-6A5F90052819}"/>
              </a:ext>
            </a:extLst>
          </p:cNvPr>
          <p:cNvSpPr txBox="1"/>
          <p:nvPr/>
        </p:nvSpPr>
        <p:spPr>
          <a:xfrm>
            <a:off x="11183112" y="164592"/>
            <a:ext cx="822960" cy="22860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C9A227"/>
                </a:solidFill>
              </a:rPr>
              <a:t>S4 • 4/5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324700A-9E7F-BC2B-07D1-1FAEB60823C5}"/>
              </a:ext>
            </a:extLst>
          </p:cNvPr>
          <p:cNvSpPr/>
          <p:nvPr/>
        </p:nvSpPr>
        <p:spPr>
          <a:xfrm>
            <a:off x="187452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BB9B011-5B3E-316C-85A8-84402AC6A792}"/>
              </a:ext>
            </a:extLst>
          </p:cNvPr>
          <p:cNvSpPr/>
          <p:nvPr/>
        </p:nvSpPr>
        <p:spPr>
          <a:xfrm>
            <a:off x="242316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90676BB-654E-C4FC-633E-8C9BA84C2D99}"/>
              </a:ext>
            </a:extLst>
          </p:cNvPr>
          <p:cNvPicPr>
            <a:picLocks noChangeAspect="1"/>
          </p:cNvPicPr>
          <p:nvPr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274320" y="2481072"/>
            <a:ext cx="2377440" cy="158496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A40247C-A2B4-4F1B-F95A-66C9E032E1B7}"/>
              </a:ext>
            </a:extLst>
          </p:cNvPr>
          <p:cNvSpPr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BD35C42-1713-E658-2F6B-601E18836544}"/>
              </a:ext>
            </a:extLst>
          </p:cNvPr>
          <p:cNvSpPr txBox="1"/>
          <p:nvPr/>
        </p:nvSpPr>
        <p:spPr>
          <a:xfrm>
            <a:off x="219456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Until next time 💛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3F4BD90-52FD-4589-5FE6-52F19C2644BD}"/>
              </a:ext>
            </a:extLst>
          </p:cNvPr>
          <p:cNvSpPr/>
          <p:nvPr/>
        </p:nvSpPr>
        <p:spPr>
          <a:xfrm>
            <a:off x="3275076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EF79182D-9B0A-604B-AA5C-46C9876272BA}"/>
              </a:ext>
            </a:extLst>
          </p:cNvPr>
          <p:cNvSpPr/>
          <p:nvPr/>
        </p:nvSpPr>
        <p:spPr>
          <a:xfrm>
            <a:off x="3329940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E81D9A-554C-C41E-9CEA-1FA72AF8238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3361944" y="2481072"/>
            <a:ext cx="2377440" cy="158496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E2650224-A951-65CB-FA00-DD88468E50AC}"/>
              </a:ext>
            </a:extLst>
          </p:cNvPr>
          <p:cNvSpPr/>
          <p:nvPr/>
        </p:nvSpPr>
        <p:spPr>
          <a:xfrm>
            <a:off x="3307080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019ECF4-E4AE-73AA-7F3B-8806701AABD5}"/>
              </a:ext>
            </a:extLst>
          </p:cNvPr>
          <p:cNvSpPr txBox="1"/>
          <p:nvPr/>
        </p:nvSpPr>
        <p:spPr>
          <a:xfrm>
            <a:off x="3307080" y="4913376"/>
            <a:ext cx="2487168" cy="215444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 dirty="0">
                <a:solidFill>
                  <a:srgbClr val="C9A227"/>
                </a:solidFill>
              </a:rPr>
              <a:t>Last </a:t>
            </a:r>
            <a:r>
              <a:rPr lang="en-US" sz="800" i="1" dirty="0">
                <a:solidFill>
                  <a:srgbClr val="C9A227"/>
                </a:solidFill>
              </a:rPr>
              <a:t>memories </a:t>
            </a:r>
            <a:r>
              <a:rPr sz="800" b="0" i="1" dirty="0">
                <a:solidFill>
                  <a:srgbClr val="C9A227"/>
                </a:solidFill>
              </a:rPr>
              <a:t>of the night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88B900F-33D8-8444-F82C-66810F0862AD}"/>
              </a:ext>
            </a:extLst>
          </p:cNvPr>
          <p:cNvSpPr/>
          <p:nvPr/>
        </p:nvSpPr>
        <p:spPr>
          <a:xfrm>
            <a:off x="6362700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DB91524-8BFC-CE72-59C0-E3360802F931}"/>
              </a:ext>
            </a:extLst>
          </p:cNvPr>
          <p:cNvSpPr/>
          <p:nvPr/>
        </p:nvSpPr>
        <p:spPr>
          <a:xfrm>
            <a:off x="6417564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C55CC682-15CB-9262-57C0-D285C727CB0E}"/>
              </a:ext>
            </a:extLst>
          </p:cNvPr>
          <p:cNvPicPr>
            <a:picLocks noChangeAspect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6449568" y="2481072"/>
            <a:ext cx="2377440" cy="158496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48C98AD2-8001-474B-9B59-B978211606AD}"/>
              </a:ext>
            </a:extLst>
          </p:cNvPr>
          <p:cNvSpPr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146CA34-0BB8-EB1C-12B0-68DED5B7ADD0}"/>
              </a:ext>
            </a:extLst>
          </p:cNvPr>
          <p:cNvSpPr txBox="1"/>
          <p:nvPr/>
        </p:nvSpPr>
        <p:spPr>
          <a:xfrm>
            <a:off x="6394704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Signing off in style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805B006-525B-4425-1D48-F68C074EE9DB}"/>
              </a:ext>
            </a:extLst>
          </p:cNvPr>
          <p:cNvSpPr/>
          <p:nvPr/>
        </p:nvSpPr>
        <p:spPr>
          <a:xfrm>
            <a:off x="9450324" y="1601724"/>
            <a:ext cx="2551176" cy="334365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1AFFBE13-2ABC-6DC9-D782-A976451634CD}"/>
              </a:ext>
            </a:extLst>
          </p:cNvPr>
          <p:cNvSpPr/>
          <p:nvPr/>
        </p:nvSpPr>
        <p:spPr>
          <a:xfrm>
            <a:off x="9505188" y="1656588"/>
            <a:ext cx="2441448" cy="3233928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99ADC238-CA75-CAEC-8758-65BF92DC3C25}"/>
              </a:ext>
            </a:extLst>
          </p:cNvPr>
          <p:cNvPicPr>
            <a:picLocks noChangeAspect="1"/>
          </p:cNvPicPr>
          <p:nvPr/>
        </p:nvPicPr>
        <p:blipFill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9537192" y="2481072"/>
            <a:ext cx="2377440" cy="1584960"/>
          </a:xfrm>
          <a:prstGeom prst="rect">
            <a:avLst/>
          </a:prstGeom>
        </p:spPr>
      </p:pic>
      <p:sp>
        <p:nvSpPr>
          <p:cNvPr id="24" name="Rectangle 23">
            <a:extLst>
              <a:ext uri="{FF2B5EF4-FFF2-40B4-BE49-F238E27FC236}">
                <a16:creationId xmlns:a16="http://schemas.microsoft.com/office/drawing/2014/main" id="{D3A71034-5D4F-B34B-9B50-84C74DAA6E3B}"/>
              </a:ext>
            </a:extLst>
          </p:cNvPr>
          <p:cNvSpPr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B9EFF54-9BA3-8AA1-F800-4E0B7814654B}"/>
              </a:ext>
            </a:extLst>
          </p:cNvPr>
          <p:cNvSpPr txBox="1"/>
          <p:nvPr/>
        </p:nvSpPr>
        <p:spPr>
          <a:xfrm>
            <a:off x="9482328" y="4913376"/>
            <a:ext cx="2487168" cy="25603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800" b="0" i="1">
                <a:solidFill>
                  <a:srgbClr val="C9A227"/>
                </a:solidFill>
              </a:rPr>
              <a:t>Forever in our hearts</a:t>
            </a:r>
          </a:p>
        </p:txBody>
      </p:sp>
    </p:spTree>
    <p:extLst>
      <p:ext uri="{BB962C8B-B14F-4D97-AF65-F5344CB8AC3E}">
        <p14:creationId xmlns:p14="http://schemas.microsoft.com/office/powerpoint/2010/main" val="33409693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4F268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12024360" y="0"/>
            <a:ext cx="164592" cy="6858000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0" y="6729984"/>
            <a:ext cx="12188952" cy="128016"/>
          </a:xfrm>
          <a:prstGeom prst="rect">
            <a:avLst/>
          </a:prstGeom>
          <a:solidFill>
            <a:srgbClr val="C9A2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103120"/>
            <a:ext cx="10360152" cy="7772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3800" b="1" i="0">
                <a:solidFill>
                  <a:srgbClr val="C9A227"/>
                </a:solidFill>
              </a:rPr>
              <a:t>Congratulations, Lauryn!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926080"/>
            <a:ext cx="10360152" cy="548640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2200" b="0" i="1">
                <a:solidFill>
                  <a:srgbClr val="FFFFFF"/>
                </a:solidFill>
              </a:rPr>
              <a:t>Prairie View A&amp;M University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657600"/>
            <a:ext cx="9445752" cy="323165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500" b="0" i="0" dirty="0">
                <a:solidFill>
                  <a:srgbClr val="C9A227"/>
                </a:solidFill>
              </a:rPr>
              <a:t>Thank you to everyone who celebrated with us tonight.</a:t>
            </a:r>
            <a:r>
              <a:rPr lang="en-US" sz="1500" b="0" i="0" dirty="0">
                <a:solidFill>
                  <a:srgbClr val="C9A227"/>
                </a:solidFill>
              </a:rPr>
              <a:t> </a:t>
            </a:r>
            <a:endParaRPr sz="1500" b="0" i="0" dirty="0">
              <a:solidFill>
                <a:srgbClr val="C9A227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371600" y="5394960"/>
            <a:ext cx="9445752" cy="246221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/>
          <a:p>
            <a:pPr algn="ctr"/>
            <a:r>
              <a:rPr sz="1000" b="0" i="0" dirty="0">
                <a:solidFill>
                  <a:srgbClr val="C9A227"/>
                </a:solidFill>
              </a:rPr>
              <a:t>PVAMU  •  Class of 20</a:t>
            </a:r>
            <a:r>
              <a:rPr lang="en-US" sz="1000" b="0" i="0" dirty="0">
                <a:solidFill>
                  <a:srgbClr val="C9A227"/>
                </a:solidFill>
              </a:rPr>
              <a:t>30</a:t>
            </a:r>
            <a:r>
              <a:rPr sz="1000" b="0" i="0" dirty="0">
                <a:solidFill>
                  <a:srgbClr val="C9A227"/>
                </a:solidFill>
              </a:rPr>
              <a:t>  •  June 20, 20</a:t>
            </a:r>
            <a:r>
              <a:rPr lang="en-US" sz="1000" b="0" i="0" dirty="0">
                <a:solidFill>
                  <a:srgbClr val="C9A227"/>
                </a:solidFill>
              </a:rPr>
              <a:t>26</a:t>
            </a:r>
            <a:endParaRPr sz="1000" b="0" i="0" dirty="0">
              <a:solidFill>
                <a:srgbClr val="C9A2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1649</TotalTime>
  <Words>485</Words>
  <Application>Microsoft Macintosh PowerPoint</Application>
  <PresentationFormat>Custom</PresentationFormat>
  <Paragraphs>137</Paragraphs>
  <Slides>34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hollisman435@outlook.com</cp:lastModifiedBy>
  <cp:revision>4</cp:revision>
  <dcterms:created xsi:type="dcterms:W3CDTF">2013-01-27T09:14:16Z</dcterms:created>
  <dcterms:modified xsi:type="dcterms:W3CDTF">2026-07-07T05:17:11Z</dcterms:modified>
  <cp:category/>
</cp:coreProperties>
</file>