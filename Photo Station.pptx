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463"/>
    <p:restoredTop sz="96271"/>
  </p:normalViewPr>
  <p:slideViewPr>
    <p:cSldViewPr snapToGrid="0" snapToObjects="1">
      <p:cViewPr varScale="1">
        <p:scale>
          <a:sx n="113" d="100"/>
          <a:sy n="113" d="100"/>
        </p:scale>
        <p:origin x="18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017"/>
            <a:ext cx="12188952" cy="685800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C9A227"/>
                </a:solidFill>
              </a:rPr>
              <a:t>Lauryn's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</a:rPr>
              <a:t>HBCU Celebration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C9A227"/>
                </a:solidFill>
              </a:rPr>
              <a:t>Prairie View A&amp;M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Photo Station Memories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4340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A227"/>
                </a:solidFill>
              </a:rPr>
              <a:t>June 20,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457200"/>
            <a:ext cx="3474720" cy="5943600"/>
          </a:xfrm>
          <a:prstGeom prst="rect">
            <a:avLst/>
          </a:prstGeom>
          <a:solidFill>
            <a:srgbClr val="3A1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457200"/>
            <a:ext cx="3474720" cy="5943600"/>
          </a:xfrm>
          <a:prstGeom prst="rect">
            <a:avLst/>
          </a:prstGeom>
          <a:noFill/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474720" cy="1828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 i="1" dirty="0">
                <a:solidFill>
                  <a:srgbClr val="C9A227"/>
                </a:solidFill>
              </a:rPr>
              <a:t>Add your
featured photo
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77840"/>
            <a:ext cx="11247120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1" dirty="0">
                <a:solidFill>
                  <a:srgbClr val="C9A227"/>
                </a:solidFill>
              </a:rPr>
              <a:t>PVAMU  •  Class of 20</a:t>
            </a:r>
            <a:r>
              <a:rPr lang="en-US" sz="1000" b="0" i="1" dirty="0">
                <a:solidFill>
                  <a:srgbClr val="C9A227"/>
                </a:solidFill>
              </a:rPr>
              <a:t>30</a:t>
            </a:r>
            <a:endParaRPr sz="1000" b="0" i="1" dirty="0">
              <a:solidFill>
                <a:srgbClr val="C9A227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47B4ACB-5D64-5CFC-132B-4FE9E54E0D2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47888" y="1956816"/>
            <a:ext cx="3456432" cy="23042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1/10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8036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040" y="2284476"/>
            <a:ext cx="2926080" cy="1950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The celebration begins! 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44568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99432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436" y="2284476"/>
            <a:ext cx="2926080" cy="19507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Family and joy all around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55964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0828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42832" y="2284476"/>
            <a:ext cx="2926080" cy="19507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887968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87968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Striking a pose for the grad!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2/10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452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2316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320" y="2481072"/>
            <a:ext cx="2377440" cy="158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19456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So much love in this photo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5076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29940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61944" y="2481072"/>
            <a:ext cx="2377440" cy="1584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307080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07080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The beautiful Lauryn 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62700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17564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9568" y="2481072"/>
            <a:ext cx="2377440" cy="15849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94704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4704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Guests arriving in style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50324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05188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37192" y="2481072"/>
            <a:ext cx="2377440" cy="158496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9482328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82328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Golden smiles for a golden night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3/10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8036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040" y="2284476"/>
            <a:ext cx="2926080" cy="1950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Pride, love, and celebration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44568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99432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436" y="2284476"/>
            <a:ext cx="2926080" cy="19507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Making memories that last forever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55964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0828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42832" y="2284476"/>
            <a:ext cx="2926080" cy="19507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887968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87968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It's a PVAMU party! 🟣💛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4/10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452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2316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320" y="2481072"/>
            <a:ext cx="2377440" cy="158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19456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Together we celebrate you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5076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29940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61944" y="2481072"/>
            <a:ext cx="2377440" cy="1584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307080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07080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Nothing but good vibes tonight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62700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17564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9568" y="2481072"/>
            <a:ext cx="2377440" cy="15849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94704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4704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Capturing the magic of the night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50324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05188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37192" y="2481072"/>
            <a:ext cx="2377440" cy="158496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9482328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82328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Lauryn shining bright as always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5/10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8036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040" y="2284476"/>
            <a:ext cx="2926080" cy="1950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Surrounded by people who love you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44568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99432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436" y="2284476"/>
            <a:ext cx="2926080" cy="19507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The photo station comes alive!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55964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0828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42832" y="2284476"/>
            <a:ext cx="2926080" cy="19507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887968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87968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Every shot a keepsake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6/10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452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2316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320" y="2481072"/>
            <a:ext cx="2377440" cy="158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19456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PVAMU Panthers represent!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5076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29940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61944" y="2481072"/>
            <a:ext cx="2377440" cy="1584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307080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07080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Can't stop smiling tonight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62700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17564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9568" y="2481072"/>
            <a:ext cx="2377440" cy="15849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94704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4704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The night belongs to Lauryn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50324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05188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37192" y="2481072"/>
            <a:ext cx="2377440" cy="158496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9482328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82328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Squad goals 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7/10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8036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040" y="2284476"/>
            <a:ext cx="2926080" cy="1950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Pure happiness in every frame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44568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99432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436" y="2284476"/>
            <a:ext cx="2926080" cy="19507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Another beautiful memory made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55964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0828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42832" y="2284476"/>
            <a:ext cx="2926080" cy="19507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887968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87968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Cheers to the graduate!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8/10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452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2316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320" y="2481072"/>
            <a:ext cx="2377440" cy="158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19456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Late night but still glowing 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5076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29940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61944" y="2481072"/>
            <a:ext cx="2377440" cy="1584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307080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07080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Keeping the party going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62700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17564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9568" y="2481072"/>
            <a:ext cx="2377440" cy="15849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94704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4704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The best night of the year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50324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05188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37192" y="2481072"/>
            <a:ext cx="2377440" cy="158496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9482328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82328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Thank you for celebrating with 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9/10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8036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040" y="2284476"/>
            <a:ext cx="2926080" cy="1950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A night to remember forever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44568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99432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436" y="2284476"/>
            <a:ext cx="2926080" cy="19507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Last shots before midnight 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55964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0828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42832" y="2284476"/>
            <a:ext cx="2926080" cy="19507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887968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87968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Still going strong!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10/10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452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2316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320" y="2481072"/>
            <a:ext cx="2377440" cy="158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19456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Forever grateful for this night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5076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29940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61944" y="2481072"/>
            <a:ext cx="2377440" cy="1584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307080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07080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The PVAMU spirit lives 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62700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17564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9568" y="2481072"/>
            <a:ext cx="2377440" cy="15849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94704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4704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Until we meet again 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50324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05188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37192" y="2481072"/>
            <a:ext cx="2377440" cy="158496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9482328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82328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Love you, Lauryn! 🎓🟣💛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60152" cy="777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9A227"/>
                </a:solidFill>
              </a:rPr>
              <a:t>Congratulations, Lauryn!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0360152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</a:rPr>
              <a:t>Prairie View A&amp;M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57600"/>
            <a:ext cx="9445752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9A227"/>
                </a:solidFill>
              </a:rPr>
              <a:t>Thank you to everyone who celebrated with us tonight.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94960"/>
            <a:ext cx="9445752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C9A227"/>
                </a:solidFill>
              </a:rPr>
              <a:t>PVAMU  •  Class of 20</a:t>
            </a:r>
            <a:r>
              <a:rPr lang="en-US" sz="1000" b="0" i="0" dirty="0">
                <a:solidFill>
                  <a:srgbClr val="C9A227"/>
                </a:solidFill>
              </a:rPr>
              <a:t>30</a:t>
            </a:r>
            <a:r>
              <a:rPr sz="1000" b="0" i="0" dirty="0">
                <a:solidFill>
                  <a:srgbClr val="C9A227"/>
                </a:solidFill>
              </a:rPr>
              <a:t> •  June 20,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1672</TotalTime>
  <Words>247</Words>
  <Application>Microsoft Macintosh PowerPoint</Application>
  <PresentationFormat>Custom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hollisman435@outlook.com</cp:lastModifiedBy>
  <cp:revision>4</cp:revision>
  <dcterms:created xsi:type="dcterms:W3CDTF">2013-01-27T09:14:16Z</dcterms:created>
  <dcterms:modified xsi:type="dcterms:W3CDTF">2026-07-07T05:30:13Z</dcterms:modified>
  <cp:category/>
</cp:coreProperties>
</file>